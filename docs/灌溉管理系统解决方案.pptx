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254" y="2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732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00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Management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灌溉管理系统</a:t>
            </a:r>
            <a:endParaRPr lang="en-US" sz="4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解决方案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一站式灌溉数据管理 · 移动端地图应用 · 自动数据同步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Maxicom² 数据库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2468880"/>
            <a:ext cx="1097280" cy="18288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数据库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灌溉控制数据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 / 流量 / 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电磁阀运行记录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56032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管理平台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数据处理与展示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2468880"/>
            <a:ext cx="1097280" cy="18288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160" y="26060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数据库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数据可视化大屏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用户权限管理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灌溉区域标注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5603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手机应用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现场移动办公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2468880"/>
            <a:ext cx="1097280" cy="18288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26060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交互式灌溉地图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区域信息查看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维修记录上传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实时数据同步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71500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数据管理平台 — Django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945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数据存储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数据库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存储所有灌溉历史数据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支持百万级数据量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097280"/>
            <a:ext cx="21945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34640" y="1097280"/>
            <a:ext cx="54864" cy="16459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752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数据可视化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15544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仪表盘大屏展示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 / ET / 降雨图表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实时数据更新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1945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4864" cy="1645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用户管理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 / 主管 / 工人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分级权限控制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操作审计日志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2926080"/>
            <a:ext cx="21945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34640" y="2926080"/>
            <a:ext cx="54864" cy="164592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1752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区域标注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17520" y="3383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地图上标记灌溉区域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编号与命名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区域与站点关联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1097280"/>
            <a:ext cx="34747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12080" y="1097280"/>
            <a:ext cx="347472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9496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数据类型一览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0" y="181051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0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天气数据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温度、湿度、ET、降雨量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226771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流量数据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各区域实时流量读数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0" y="272491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072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事件日志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报警、警告、错误记录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318211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运行时间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电磁阀开启时长统计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0" y="363931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6072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ET蒸散量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土壤湿度与蒸散计算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0" y="409651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6072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信号日志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控制器通讯状态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移动端应用 — Flutter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286000" cy="3657600"/>
          </a:xfrm>
          <a:prstGeom prst="rect">
            <a:avLst/>
          </a:prstGeom>
          <a:solidFill>
            <a:srgbClr val="33415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2011680" cy="301752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1828800" cy="164592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640080" cy="45720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0" y="1737360"/>
            <a:ext cx="822960" cy="54864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2377440"/>
            <a:ext cx="457200" cy="640080"/>
          </a:xfrm>
          <a:prstGeom prst="rect">
            <a:avLst/>
          </a:prstGeom>
          <a:solidFill>
            <a:srgbClr val="97BC6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37360" y="2468880"/>
            <a:ext cx="548640" cy="457200"/>
          </a:xfrm>
          <a:prstGeom prst="rect">
            <a:avLst/>
          </a:prstGeom>
          <a:solidFill>
            <a:srgbClr val="D4E8C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灌溉区域地图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缩放 · 定位 · 选择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931920"/>
            <a:ext cx="1828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  |  记录  |  我的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097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9476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交互式灌溉地图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94760" y="1417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基于航拍图的交互式地图，支持缩放、定位、区域选择。不同颜色标注各灌溉区域，直观展示浇水状态。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9476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区域信息实时同步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94760" y="2377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与Django平台实时同步区域数据，在地图上点击任意区域即可查看详细灌溉信息、运行状态和历史记录。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9476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维修记录便捷上传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9476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发现问题直接拍照上传，记录故障位置、描述问题。无需手动填写表格，拍完即走，后台自动生成工单。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977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9476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兼容安卓与苹果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7947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Flutter跨平台开发，一套代码同时支持Android和iOS设备，确保所有工人都能使用。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数据同步 — 像收邮件一样简单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258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Maxicom 电脑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（灌溉控制电脑）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灌溉控制系统每天都在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自动记录所有浇水数据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这些数据保存在这台电脑里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65176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0" y="13258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9184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</a:t>
            </a:r>
            <a:r>
              <a:rPr lang="zh-CN" alt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（自动运行程序）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788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一个小程序自动运行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每5分钟自动"取信"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把新数据安全地传输出去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无需任何手动操作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13258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722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管理平台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（手机和电脑都能看）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788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数据自动显示在平台上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手机APP随时查看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管理者能看到所有数据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就像看微信朋友圈一样简单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889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</a:rPr>
              <a:t>➜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6235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➜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数据同步 — 像收邮件一样简单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3258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Maxicom 电脑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（灌溉控制电脑）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灌溉控制系统每天都在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自动记录所有浇水数据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这些数据保存在这台电脑里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65176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0" y="13258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9184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</a:t>
            </a:r>
            <a:r>
              <a:rPr lang="zh-CN" alt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（自动运行程序）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788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一个小程序自动运行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每5分钟自动"取信"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把新数据安全地传输出去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无需任何手动操作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13258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722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管理平台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（手机和电脑都能看）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788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数据自动显示在平台上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手机APP随时查看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管理者能看到所有数据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就像看微信朋友圈一样简单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889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</a:rPr>
              <a:t>➜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6235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➜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09690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251</Words>
  <Application>Microsoft Office PowerPoint</Application>
  <PresentationFormat>On-screen Show (16:9)</PresentationFormat>
  <Paragraphs>127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灌溉管理系统解决方案</dc:title>
  <dc:subject>PptxGenJS Presentation</dc:subject>
  <dc:creator>Irrigation Management Team</dc:creator>
  <cp:lastModifiedBy>Zhou, Chen</cp:lastModifiedBy>
  <cp:revision>4</cp:revision>
  <dcterms:created xsi:type="dcterms:W3CDTF">2026-04-08T14:42:21Z</dcterms:created>
  <dcterms:modified xsi:type="dcterms:W3CDTF">2026-04-09T06:12:51Z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2026-04-09T02:09:29Z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b5ca5d3b-bb4f-4796-aa2a-8a43bdcc2fba</vt:lpwstr>
  </property>
  <property fmtid="{D5CDD505-2E9C-101B-9397-08002B2CF9AE}" pid="8" name="MSIP_Label_c62e0584-010f-4004-8a6a-d5c118c8b4bd_ContentBits">
    <vt:lpwstr>0</vt:lpwstr>
  </property>
</Properties>
</file>